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photo-1504829857797-ddff29c27927" ContentType="image/photo-1504829857797-ddff29c27927"/>
  <Default Extension="photo-1419242902214-272b3f66ee7a" ContentType="image/photo-1419242902214-272b3f66ee7a"/>
  <Default Extension="photo-1529156069898-49953e39b3ac" ContentType="image/photo-1529156069898-49953e39b3ac"/>
  <Default Extension="photo-1464822759023-fed622ff2c3b" ContentType="image/photo-1464822759023-fed622ff2c3b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hoto-1504829857797-ddff29c27927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hoto-1419242902214-272b3f66ee7a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hoto-1529156069898-49953e39b3ac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hoto-1464822759023-fed622ff2c3b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images.unsplash.com/photo-1504829857797-ddff29c27927?w=1920&amp;q=90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00000">
              <a:alpha val="62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3429000"/>
            <a:ext cx="12161520" cy="3429000"/>
          </a:xfrm>
          <a:prstGeom prst="rect">
            <a:avLst/>
          </a:prstGeom>
          <a:solidFill>
            <a:srgbClr val="000000">
              <a:alpha val="8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40080" y="5029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600" kern="0" dirty="0">
                <a:solidFill>
                  <a:srgbClr val="E8B9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OTR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40080" y="2377440"/>
            <a:ext cx="9144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200" b="1" spc="2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生长的记忆</a:t>
            </a:r>
            <a:endParaRPr lang="en-US" sz="7200" dirty="0"/>
          </a:p>
        </p:txBody>
      </p:sp>
      <p:sp>
        <p:nvSpPr>
          <p:cNvPr id="7" name="Text 4"/>
          <p:cNvSpPr/>
          <p:nvPr/>
        </p:nvSpPr>
        <p:spPr>
          <a:xfrm>
            <a:off x="640080" y="397764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EDE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让每一段旅程，都成为持续生长的记忆。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4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旅行结束了，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D497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记忆也开始慢慢消失。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40080" y="2240280"/>
            <a:ext cx="2240280" cy="566928"/>
          </a:xfrm>
          <a:prstGeom prst="roundRect">
            <a:avLst>
              <a:gd name="adj" fmla="val 9677"/>
            </a:avLst>
          </a:prstGeom>
          <a:solidFill>
            <a:srgbClr val="1C2128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2295144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A09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 照片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990088"/>
            <a:ext cx="2240280" cy="566928"/>
          </a:xfrm>
          <a:prstGeom prst="roundRect">
            <a:avLst>
              <a:gd name="adj" fmla="val 9677"/>
            </a:avLst>
          </a:prstGeom>
          <a:solidFill>
            <a:srgbClr val="1C2128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3044952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A09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聊天记录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739896"/>
            <a:ext cx="2240280" cy="566928"/>
          </a:xfrm>
          <a:prstGeom prst="roundRect">
            <a:avLst>
              <a:gd name="adj" fmla="val 9677"/>
            </a:avLst>
          </a:prstGeom>
          <a:solidFill>
            <a:srgbClr val="1C2128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379476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A09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  消费记录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4489704"/>
            <a:ext cx="2240280" cy="566928"/>
          </a:xfrm>
          <a:prstGeom prst="roundRect">
            <a:avLst>
              <a:gd name="adj" fmla="val 9677"/>
            </a:avLst>
          </a:prstGeom>
          <a:solidFill>
            <a:srgbClr val="1C2128"/>
          </a:solidFill>
          <a:ln/>
        </p:spPr>
      </p:sp>
      <p:sp>
        <p:nvSpPr>
          <p:cNvPr id="11" name="Text 9"/>
          <p:cNvSpPr/>
          <p:nvPr/>
        </p:nvSpPr>
        <p:spPr>
          <a:xfrm>
            <a:off x="749808" y="4544568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A09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  地图轨迹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108960" y="2240280"/>
            <a:ext cx="2240280" cy="566928"/>
          </a:xfrm>
          <a:prstGeom prst="roundRect">
            <a:avLst>
              <a:gd name="adj" fmla="val 9677"/>
            </a:avLst>
          </a:prstGeom>
          <a:solidFill>
            <a:srgbClr val="1C2128"/>
          </a:solidFill>
          <a:ln/>
        </p:spPr>
      </p:sp>
      <p:sp>
        <p:nvSpPr>
          <p:cNvPr id="13" name="Text 11"/>
          <p:cNvSpPr/>
          <p:nvPr/>
        </p:nvSpPr>
        <p:spPr>
          <a:xfrm>
            <a:off x="3218688" y="2295144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A09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🎬  视频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108960" y="2990088"/>
            <a:ext cx="2240280" cy="566928"/>
          </a:xfrm>
          <a:prstGeom prst="roundRect">
            <a:avLst>
              <a:gd name="adj" fmla="val 9677"/>
            </a:avLst>
          </a:prstGeom>
          <a:solidFill>
            <a:srgbClr val="1C2128"/>
          </a:solidFill>
          <a:ln/>
        </p:spPr>
      </p:sp>
      <p:sp>
        <p:nvSpPr>
          <p:cNvPr id="15" name="Text 13"/>
          <p:cNvSpPr/>
          <p:nvPr/>
        </p:nvSpPr>
        <p:spPr>
          <a:xfrm>
            <a:off x="3218688" y="3044952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A09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攻略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108960" y="3739896"/>
            <a:ext cx="2240280" cy="566928"/>
          </a:xfrm>
          <a:prstGeom prst="roundRect">
            <a:avLst>
              <a:gd name="adj" fmla="val 9677"/>
            </a:avLst>
          </a:prstGeom>
          <a:solidFill>
            <a:srgbClr val="1C2128"/>
          </a:solidFill>
          <a:ln/>
        </p:spPr>
      </p:sp>
      <p:sp>
        <p:nvSpPr>
          <p:cNvPr id="17" name="Text 15"/>
          <p:cNvSpPr/>
          <p:nvPr/>
        </p:nvSpPr>
        <p:spPr>
          <a:xfrm>
            <a:off x="3218688" y="379476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A09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✉️  邮件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669280" y="2103120"/>
            <a:ext cx="0" cy="3291840"/>
          </a:xfrm>
          <a:prstGeom prst="line">
            <a:avLst/>
          </a:prstGeom>
          <a:noFill/>
          <a:ln w="12700">
            <a:solidFill>
              <a:srgbClr val="2D3440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6126480" y="233172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C8C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旅行结束以后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126480" y="301752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6B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没人整理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126480" y="370332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6B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没人回看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126480" y="438912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6B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慢慢遗忘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0" y="5897880"/>
            <a:ext cx="12161520" cy="960120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6053328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rgbClr val="A09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我们留下了很多素材，却很少留下完整的回忆。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914400"/>
            <a:ext cx="50292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4400" b="1" dirty="0">
                <a:solidFill>
                  <a:srgbClr val="0A0A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真正值得</a:t>
            </a:r>
            <a:endParaRPr lang="en-US" sz="44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4400" b="1" dirty="0">
                <a:solidFill>
                  <a:srgbClr val="0A0A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保存的，</a:t>
            </a:r>
            <a:endParaRPr lang="en-US" sz="44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4400" b="1" dirty="0">
                <a:solidFill>
                  <a:srgbClr val="0A0A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不是照片。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6858000" y="822960"/>
            <a:ext cx="4389120" cy="594360"/>
          </a:xfrm>
          <a:prstGeom prst="roundRect">
            <a:avLst>
              <a:gd name="adj" fmla="val 10769"/>
            </a:avLst>
          </a:prstGeom>
          <a:solidFill>
            <a:srgbClr val="EBEBEB"/>
          </a:solidFill>
          <a:ln w="12700">
            <a:solidFill>
              <a:srgbClr val="D0CEC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995160" y="877824"/>
            <a:ext cx="4114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D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 照片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9052560" y="1417320"/>
            <a:ext cx="0" cy="228600"/>
          </a:xfrm>
          <a:prstGeom prst="line">
            <a:avLst/>
          </a:prstGeom>
          <a:noFill/>
          <a:ln w="19050">
            <a:solidFill>
              <a:srgbClr val="C0BCB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0" y="1645920"/>
            <a:ext cx="4389120" cy="594360"/>
          </a:xfrm>
          <a:prstGeom prst="roundRect">
            <a:avLst>
              <a:gd name="adj" fmla="val 10769"/>
            </a:avLst>
          </a:prstGeom>
          <a:solidFill>
            <a:srgbClr val="EBEBEB"/>
          </a:solidFill>
          <a:ln w="12700">
            <a:solidFill>
              <a:srgbClr val="D0CEC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95160" y="1700784"/>
            <a:ext cx="4114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D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人物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052560" y="2240280"/>
            <a:ext cx="0" cy="228600"/>
          </a:xfrm>
          <a:prstGeom prst="line">
            <a:avLst/>
          </a:prstGeom>
          <a:noFill/>
          <a:ln w="19050">
            <a:solidFill>
              <a:srgbClr val="C0BCB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0" y="2468880"/>
            <a:ext cx="4389120" cy="594360"/>
          </a:xfrm>
          <a:prstGeom prst="roundRect">
            <a:avLst>
              <a:gd name="adj" fmla="val 10769"/>
            </a:avLst>
          </a:prstGeom>
          <a:solidFill>
            <a:srgbClr val="EBEBEB"/>
          </a:solidFill>
          <a:ln w="12700">
            <a:solidFill>
              <a:srgbClr val="D0CEC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95160" y="2523744"/>
            <a:ext cx="4114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D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 地点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9052560" y="3063240"/>
            <a:ext cx="0" cy="228600"/>
          </a:xfrm>
          <a:prstGeom prst="line">
            <a:avLst/>
          </a:prstGeom>
          <a:noFill/>
          <a:ln w="19050">
            <a:solidFill>
              <a:srgbClr val="C0BCB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0" y="3291840"/>
            <a:ext cx="4389120" cy="594360"/>
          </a:xfrm>
          <a:prstGeom prst="roundRect">
            <a:avLst>
              <a:gd name="adj" fmla="val 10769"/>
            </a:avLst>
          </a:prstGeom>
          <a:solidFill>
            <a:srgbClr val="FDF3E3"/>
          </a:solidFill>
          <a:ln w="12700">
            <a:solidFill>
              <a:srgbClr val="D497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95160" y="3346704"/>
            <a:ext cx="4114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D49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故事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9052560" y="3886200"/>
            <a:ext cx="0" cy="228600"/>
          </a:xfrm>
          <a:prstGeom prst="line">
            <a:avLst/>
          </a:prstGeom>
          <a:noFill/>
          <a:ln w="19050">
            <a:solidFill>
              <a:srgbClr val="D4974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000" y="4114800"/>
            <a:ext cx="4389120" cy="594360"/>
          </a:xfrm>
          <a:prstGeom prst="roundRect">
            <a:avLst>
              <a:gd name="adj" fmla="val 10769"/>
            </a:avLst>
          </a:prstGeom>
          <a:solidFill>
            <a:srgbClr val="FDF3E3"/>
          </a:solidFill>
          <a:ln w="12700">
            <a:solidFill>
              <a:srgbClr val="D497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95160" y="4169664"/>
            <a:ext cx="4114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D49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💛  情绪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9052560" y="4709160"/>
            <a:ext cx="0" cy="228600"/>
          </a:xfrm>
          <a:prstGeom prst="line">
            <a:avLst/>
          </a:prstGeom>
          <a:noFill/>
          <a:ln w="19050">
            <a:solidFill>
              <a:srgbClr val="D497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58000" y="4937760"/>
            <a:ext cx="4389120" cy="594360"/>
          </a:xfrm>
          <a:prstGeom prst="roundRect">
            <a:avLst>
              <a:gd name="adj" fmla="val 10769"/>
            </a:avLst>
          </a:prstGeom>
          <a:solidFill>
            <a:srgbClr val="FDF3E3"/>
          </a:solidFill>
          <a:ln w="12700">
            <a:solidFill>
              <a:srgbClr val="D497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95160" y="4992624"/>
            <a:ext cx="4114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D49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  共同经历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0080" y="612648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6B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OTR 保存的不是文件，而是关系。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images.unsplash.com/photo-1419242902214-272b3f66ee7a?w=1920&amp;q=85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00000">
              <a:alpha val="7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40080" y="100584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记忆，不应该被保存。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640080" y="192024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E8B9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记忆，应该不断生长。</a:t>
            </a:r>
            <a:endParaRPr lang="en-US" sz="3800" dirty="0"/>
          </a:p>
        </p:txBody>
      </p:sp>
      <p:sp>
        <p:nvSpPr>
          <p:cNvPr id="6" name="Shape 3"/>
          <p:cNvSpPr/>
          <p:nvPr/>
        </p:nvSpPr>
        <p:spPr>
          <a:xfrm>
            <a:off x="914400" y="3639312"/>
            <a:ext cx="10332720" cy="0"/>
          </a:xfrm>
          <a:prstGeom prst="line">
            <a:avLst/>
          </a:prstGeom>
          <a:noFill/>
          <a:ln w="19050">
            <a:solidFill>
              <a:srgbClr val="D4974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04672" y="3529584"/>
            <a:ext cx="219456" cy="219456"/>
          </a:xfrm>
          <a:prstGeom prst="ellipse">
            <a:avLst/>
          </a:prstGeom>
          <a:solidFill>
            <a:srgbClr val="D4974A"/>
          </a:solidFill>
          <a:ln w="25400">
            <a:solidFill>
              <a:srgbClr val="D4974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65760" y="3858768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DE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旅行中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526792" y="3529584"/>
            <a:ext cx="219456" cy="21945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D4974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087880" y="3858768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DE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照片语音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248912" y="3529584"/>
            <a:ext cx="219456" cy="21945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D4974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810000" y="3858768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DE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消费故事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971032" y="3529584"/>
            <a:ext cx="219456" cy="21945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D4974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532120" y="3858768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DE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视频总结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693152" y="3529584"/>
            <a:ext cx="219456" cy="21945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D4974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254240" y="3858768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DE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多年后补充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9415272" y="3529584"/>
            <a:ext cx="219456" cy="21945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D4974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976360" y="3858768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DE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分享家人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11137392" y="3529584"/>
            <a:ext cx="219456" cy="219456"/>
          </a:xfrm>
          <a:prstGeom prst="ellipse">
            <a:avLst/>
          </a:prstGeom>
          <a:solidFill>
            <a:srgbClr val="D4974A"/>
          </a:solidFill>
          <a:ln w="25400">
            <a:solidFill>
              <a:srgbClr val="D4974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0698480" y="3858768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DE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再次旅行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40080" y="617220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A09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Journey 永远不会结束。Memory 一直在成长。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4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OTR 如何实现？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166360" y="2606040"/>
            <a:ext cx="1828800" cy="1828800"/>
          </a:xfrm>
          <a:prstGeom prst="ellipse">
            <a:avLst/>
          </a:prstGeom>
          <a:solidFill>
            <a:srgbClr val="D4974A"/>
          </a:solidFill>
          <a:ln w="12700">
            <a:solidFill>
              <a:srgbClr val="D4974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166360" y="3227832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Capture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246120" y="3319272"/>
            <a:ext cx="1280160" cy="402336"/>
          </a:xfrm>
          <a:prstGeom prst="roundRect">
            <a:avLst>
              <a:gd name="adj" fmla="val 11364"/>
            </a:avLst>
          </a:prstGeom>
          <a:solidFill>
            <a:srgbClr val="1C2128"/>
          </a:solidFill>
          <a:ln w="12700">
            <a:solidFill>
              <a:srgbClr val="2D34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46120" y="3319272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9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照片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 flipH="1">
            <a:off x="4544568" y="3520440"/>
            <a:ext cx="621792" cy="914"/>
          </a:xfrm>
          <a:prstGeom prst="line">
            <a:avLst/>
          </a:prstGeom>
          <a:noFill/>
          <a:ln w="12700">
            <a:solidFill>
              <a:srgbClr val="2D3440"/>
            </a:solidFill>
            <a:prstDash val="sysDash"/>
          </a:ln>
        </p:spPr>
      </p:sp>
      <p:sp>
        <p:nvSpPr>
          <p:cNvPr id="8" name="Shape 6"/>
          <p:cNvSpPr/>
          <p:nvPr/>
        </p:nvSpPr>
        <p:spPr>
          <a:xfrm>
            <a:off x="3888892" y="1767484"/>
            <a:ext cx="1280160" cy="402336"/>
          </a:xfrm>
          <a:prstGeom prst="roundRect">
            <a:avLst>
              <a:gd name="adj" fmla="val 11364"/>
            </a:avLst>
          </a:prstGeom>
          <a:solidFill>
            <a:srgbClr val="1C2128"/>
          </a:solidFill>
          <a:ln w="12700">
            <a:solidFill>
              <a:srgbClr val="2D34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88892" y="1767484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9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🎬 视频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 flipH="1" flipV="1">
            <a:off x="4994508" y="2434188"/>
            <a:ext cx="439673" cy="439673"/>
          </a:xfrm>
          <a:prstGeom prst="line">
            <a:avLst/>
          </a:prstGeom>
          <a:noFill/>
          <a:ln w="12700">
            <a:solidFill>
              <a:srgbClr val="2D3440"/>
            </a:solidFill>
            <a:prstDash val="sysDash"/>
          </a:ln>
        </p:spPr>
      </p:sp>
      <p:sp>
        <p:nvSpPr>
          <p:cNvPr id="11" name="Shape 9"/>
          <p:cNvSpPr/>
          <p:nvPr/>
        </p:nvSpPr>
        <p:spPr>
          <a:xfrm>
            <a:off x="5440680" y="1124712"/>
            <a:ext cx="1280160" cy="402336"/>
          </a:xfrm>
          <a:prstGeom prst="roundRect">
            <a:avLst>
              <a:gd name="adj" fmla="val 11364"/>
            </a:avLst>
          </a:prstGeom>
          <a:solidFill>
            <a:srgbClr val="1C2128"/>
          </a:solidFill>
          <a:ln w="12700">
            <a:solidFill>
              <a:srgbClr val="2D34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40680" y="1124712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9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🎤 语音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 flipV="1">
            <a:off x="6080760" y="1984248"/>
            <a:ext cx="914" cy="621792"/>
          </a:xfrm>
          <a:prstGeom prst="line">
            <a:avLst/>
          </a:prstGeom>
          <a:noFill/>
          <a:ln w="12700">
            <a:solidFill>
              <a:srgbClr val="2D3440"/>
            </a:solidFill>
            <a:prstDash val="sysDash"/>
          </a:ln>
        </p:spPr>
      </p:sp>
      <p:sp>
        <p:nvSpPr>
          <p:cNvPr id="14" name="Shape 12"/>
          <p:cNvSpPr/>
          <p:nvPr/>
        </p:nvSpPr>
        <p:spPr>
          <a:xfrm>
            <a:off x="6992468" y="1767484"/>
            <a:ext cx="1280160" cy="402336"/>
          </a:xfrm>
          <a:prstGeom prst="roundRect">
            <a:avLst>
              <a:gd name="adj" fmla="val 11364"/>
            </a:avLst>
          </a:prstGeom>
          <a:solidFill>
            <a:srgbClr val="1C2128"/>
          </a:solidFill>
          <a:ln w="12700">
            <a:solidFill>
              <a:srgbClr val="2D344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92468" y="1767484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9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定位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 flipV="1">
            <a:off x="6727338" y="2434188"/>
            <a:ext cx="439673" cy="439673"/>
          </a:xfrm>
          <a:prstGeom prst="line">
            <a:avLst/>
          </a:prstGeom>
          <a:noFill/>
          <a:ln w="12700">
            <a:solidFill>
              <a:srgbClr val="2D3440"/>
            </a:solidFill>
            <a:prstDash val="sysDash"/>
          </a:ln>
        </p:spPr>
      </p:sp>
      <p:sp>
        <p:nvSpPr>
          <p:cNvPr id="17" name="Shape 15"/>
          <p:cNvSpPr/>
          <p:nvPr/>
        </p:nvSpPr>
        <p:spPr>
          <a:xfrm>
            <a:off x="7635240" y="3319272"/>
            <a:ext cx="1280160" cy="402336"/>
          </a:xfrm>
          <a:prstGeom prst="roundRect">
            <a:avLst>
              <a:gd name="adj" fmla="val 11364"/>
            </a:avLst>
          </a:prstGeom>
          <a:solidFill>
            <a:srgbClr val="1C2128"/>
          </a:solidFill>
          <a:ln w="12700">
            <a:solidFill>
              <a:srgbClr val="2D344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35240" y="3319272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9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 消费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995160" y="3520440"/>
            <a:ext cx="621792" cy="914"/>
          </a:xfrm>
          <a:prstGeom prst="line">
            <a:avLst/>
          </a:prstGeom>
          <a:noFill/>
          <a:ln w="12700">
            <a:solidFill>
              <a:srgbClr val="2D3440"/>
            </a:solidFill>
            <a:prstDash val="sysDash"/>
          </a:ln>
        </p:spPr>
      </p:sp>
      <p:sp>
        <p:nvSpPr>
          <p:cNvPr id="20" name="Shape 18"/>
          <p:cNvSpPr/>
          <p:nvPr/>
        </p:nvSpPr>
        <p:spPr>
          <a:xfrm>
            <a:off x="6992468" y="4871060"/>
            <a:ext cx="1280160" cy="402336"/>
          </a:xfrm>
          <a:prstGeom prst="roundRect">
            <a:avLst>
              <a:gd name="adj" fmla="val 11364"/>
            </a:avLst>
          </a:prstGeom>
          <a:solidFill>
            <a:srgbClr val="1C2128"/>
          </a:solidFill>
          <a:ln w="12700">
            <a:solidFill>
              <a:srgbClr val="2D344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92468" y="4871060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9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链接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727338" y="4167018"/>
            <a:ext cx="439673" cy="439673"/>
          </a:xfrm>
          <a:prstGeom prst="line">
            <a:avLst/>
          </a:prstGeom>
          <a:noFill/>
          <a:ln w="12700">
            <a:solidFill>
              <a:srgbClr val="2D3440"/>
            </a:solidFill>
            <a:prstDash val="sysDash"/>
          </a:ln>
        </p:spPr>
      </p:sp>
      <p:sp>
        <p:nvSpPr>
          <p:cNvPr id="23" name="Shape 21"/>
          <p:cNvSpPr/>
          <p:nvPr/>
        </p:nvSpPr>
        <p:spPr>
          <a:xfrm>
            <a:off x="5440680" y="5513832"/>
            <a:ext cx="1280160" cy="402336"/>
          </a:xfrm>
          <a:prstGeom prst="roundRect">
            <a:avLst>
              <a:gd name="adj" fmla="val 11364"/>
            </a:avLst>
          </a:prstGeom>
          <a:solidFill>
            <a:srgbClr val="1C2128"/>
          </a:solidFill>
          <a:ln w="12700">
            <a:solidFill>
              <a:srgbClr val="2D344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40680" y="5513832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9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预订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080760" y="4434840"/>
            <a:ext cx="914" cy="621792"/>
          </a:xfrm>
          <a:prstGeom prst="line">
            <a:avLst/>
          </a:prstGeom>
          <a:noFill/>
          <a:ln w="12700">
            <a:solidFill>
              <a:srgbClr val="2D3440"/>
            </a:solidFill>
            <a:prstDash val="sysDash"/>
          </a:ln>
        </p:spPr>
      </p:sp>
      <p:sp>
        <p:nvSpPr>
          <p:cNvPr id="26" name="Shape 24"/>
          <p:cNvSpPr/>
          <p:nvPr/>
        </p:nvSpPr>
        <p:spPr>
          <a:xfrm>
            <a:off x="3888892" y="4871060"/>
            <a:ext cx="1280160" cy="402336"/>
          </a:xfrm>
          <a:prstGeom prst="roundRect">
            <a:avLst>
              <a:gd name="adj" fmla="val 11364"/>
            </a:avLst>
          </a:prstGeom>
          <a:solidFill>
            <a:srgbClr val="1C2128"/>
          </a:solidFill>
          <a:ln w="12700">
            <a:solidFill>
              <a:srgbClr val="2D344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88892" y="4871060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9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文字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 flipH="1">
            <a:off x="4994508" y="4167018"/>
            <a:ext cx="439673" cy="439673"/>
          </a:xfrm>
          <a:prstGeom prst="line">
            <a:avLst/>
          </a:prstGeom>
          <a:noFill/>
          <a:ln w="12700">
            <a:solidFill>
              <a:srgbClr val="2D3440"/>
            </a:solidFill>
            <a:prstDash val="sysDash"/>
          </a:ln>
        </p:spPr>
      </p:sp>
      <p:sp>
        <p:nvSpPr>
          <p:cNvPr id="29" name="Text 27"/>
          <p:cNvSpPr/>
          <p:nvPr/>
        </p:nvSpPr>
        <p:spPr>
          <a:xfrm>
            <a:off x="457200" y="61264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9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Journey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377440" y="61264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9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297680" y="61264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9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217920" y="61264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9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138160" y="61264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9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0058400" y="61264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9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406640" y="45720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i="1" dirty="0">
                <a:solidFill>
                  <a:srgbClr val="A09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你负责记录，OTR 负责理解。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A0A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一切都会自然连接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6B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例如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212080" cy="566928"/>
          </a:xfrm>
          <a:prstGeom prst="roundRect">
            <a:avLst>
              <a:gd name="adj" fmla="val 11290"/>
            </a:avLst>
          </a:prstGeom>
          <a:solidFill>
            <a:srgbClr val="1C2128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92024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 拍了一张加油的照片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246120" y="2542032"/>
            <a:ext cx="0" cy="274320"/>
          </a:xfrm>
          <a:prstGeom prst="line">
            <a:avLst/>
          </a:prstGeom>
          <a:noFill/>
          <a:ln w="25400">
            <a:solidFill>
              <a:srgbClr val="D497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2862072"/>
            <a:ext cx="5212080" cy="530352"/>
          </a:xfrm>
          <a:prstGeom prst="roundRect">
            <a:avLst>
              <a:gd name="adj" fmla="val 10345"/>
            </a:avLst>
          </a:prstGeom>
          <a:solidFill>
            <a:srgbClr val="F0EFE9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889504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D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自动关联今日时间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3520440"/>
            <a:ext cx="5212080" cy="530352"/>
          </a:xfrm>
          <a:prstGeom prst="roundRect">
            <a:avLst>
              <a:gd name="adj" fmla="val 10345"/>
            </a:avLst>
          </a:prstGeom>
          <a:solidFill>
            <a:srgbClr val="F0EFE9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3547872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D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当前位置定位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4178808"/>
            <a:ext cx="5212080" cy="530352"/>
          </a:xfrm>
          <a:prstGeom prst="roundRect">
            <a:avLst>
              <a:gd name="adj" fmla="val 10345"/>
            </a:avLst>
          </a:prstGeom>
          <a:solidFill>
            <a:srgbClr val="F0EFE9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420624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D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同行的人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4837176"/>
            <a:ext cx="5212080" cy="530352"/>
          </a:xfrm>
          <a:prstGeom prst="roundRect">
            <a:avLst>
              <a:gd name="adj" fmla="val 10345"/>
            </a:avLst>
          </a:prstGeom>
          <a:solidFill>
            <a:srgbClr val="F0EFE9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4864608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D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消费记录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5495544"/>
            <a:ext cx="5212080" cy="530352"/>
          </a:xfrm>
          <a:prstGeom prst="roundRect">
            <a:avLst>
              <a:gd name="adj" fmla="val 10345"/>
            </a:avLst>
          </a:prstGeom>
          <a:solidFill>
            <a:srgbClr val="FDF3E3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5522976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49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每日故事更新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09360" y="146304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6B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或者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309360" y="1874520"/>
            <a:ext cx="5212080" cy="566928"/>
          </a:xfrm>
          <a:prstGeom prst="roundRect">
            <a:avLst>
              <a:gd name="adj" fmla="val 11290"/>
            </a:avLst>
          </a:prstGeom>
          <a:solidFill>
            <a:srgbClr val="1C2128"/>
          </a:solidFill>
          <a:ln/>
        </p:spPr>
      </p:sp>
      <p:sp>
        <p:nvSpPr>
          <p:cNvPr id="19" name="Text 17"/>
          <p:cNvSpPr/>
          <p:nvPr/>
        </p:nvSpPr>
        <p:spPr>
          <a:xfrm>
            <a:off x="6446520" y="192024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今天终于到了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8915400" y="2542032"/>
            <a:ext cx="0" cy="274320"/>
          </a:xfrm>
          <a:prstGeom prst="line">
            <a:avLst/>
          </a:prstGeom>
          <a:noFill/>
          <a:ln w="25400">
            <a:solidFill>
              <a:srgbClr val="D4974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09360" y="2862072"/>
            <a:ext cx="5212080" cy="530352"/>
          </a:xfrm>
          <a:prstGeom prst="roundRect">
            <a:avLst>
              <a:gd name="adj" fmla="val 10345"/>
            </a:avLst>
          </a:prstGeom>
          <a:solidFill>
            <a:srgbClr val="F0EFE9"/>
          </a:solidFill>
          <a:ln/>
        </p:spPr>
      </p:sp>
      <p:sp>
        <p:nvSpPr>
          <p:cNvPr id="22" name="Text 20"/>
          <p:cNvSpPr/>
          <p:nvPr/>
        </p:nvSpPr>
        <p:spPr>
          <a:xfrm>
            <a:off x="6446520" y="2889504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D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自动识别今日住宿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309360" y="3520440"/>
            <a:ext cx="5212080" cy="530352"/>
          </a:xfrm>
          <a:prstGeom prst="roundRect">
            <a:avLst>
              <a:gd name="adj" fmla="val 10345"/>
            </a:avLst>
          </a:prstGeom>
          <a:solidFill>
            <a:srgbClr val="F0EFE9"/>
          </a:solidFill>
          <a:ln/>
        </p:spPr>
      </p:sp>
      <p:sp>
        <p:nvSpPr>
          <p:cNvPr id="24" name="Text 22"/>
          <p:cNvSpPr/>
          <p:nvPr/>
        </p:nvSpPr>
        <p:spPr>
          <a:xfrm>
            <a:off x="6446520" y="3547872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D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更新 Journey 记录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309360" y="4178808"/>
            <a:ext cx="5212080" cy="530352"/>
          </a:xfrm>
          <a:prstGeom prst="roundRect">
            <a:avLst>
              <a:gd name="adj" fmla="val 10345"/>
            </a:avLst>
          </a:prstGeom>
          <a:solidFill>
            <a:srgbClr val="F0EFE9"/>
          </a:solidFill>
          <a:ln/>
        </p:spPr>
      </p:sp>
      <p:sp>
        <p:nvSpPr>
          <p:cNvPr id="26" name="Text 24"/>
          <p:cNvSpPr/>
          <p:nvPr/>
        </p:nvSpPr>
        <p:spPr>
          <a:xfrm>
            <a:off x="6446520" y="420624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D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补全行程地图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309360" y="4837176"/>
            <a:ext cx="5212080" cy="530352"/>
          </a:xfrm>
          <a:prstGeom prst="roundRect">
            <a:avLst>
              <a:gd name="adj" fmla="val 10345"/>
            </a:avLst>
          </a:prstGeom>
          <a:solidFill>
            <a:srgbClr val="FDF3E3"/>
          </a:solidFill>
          <a:ln/>
        </p:spPr>
      </p:sp>
      <p:sp>
        <p:nvSpPr>
          <p:cNvPr id="28" name="Text 26"/>
          <p:cNvSpPr/>
          <p:nvPr/>
        </p:nvSpPr>
        <p:spPr>
          <a:xfrm>
            <a:off x="6446520" y="4864608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49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生成当日摘要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40080" y="617220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记录，不需要整理。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images.unsplash.com/photo-1529156069898-49953e39b3ac?w=1920&amp;q=85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00000">
              <a:alpha val="5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3771900"/>
            <a:ext cx="12161520" cy="3086100"/>
          </a:xfrm>
          <a:prstGeom prst="rect">
            <a:avLst/>
          </a:prstGeom>
          <a:solidFill>
            <a:srgbClr val="000000">
              <a:alpha val="8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40080" y="64008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一个人旅行，留下回忆。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640080" y="141732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E8B9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一群人旅行，共同创造回忆。</a:t>
            </a:r>
            <a:endParaRPr lang="en-US" sz="4000" dirty="0"/>
          </a:p>
        </p:txBody>
      </p:sp>
      <p:sp>
        <p:nvSpPr>
          <p:cNvPr id="7" name="Shape 4"/>
          <p:cNvSpPr/>
          <p:nvPr/>
        </p:nvSpPr>
        <p:spPr>
          <a:xfrm>
            <a:off x="640080" y="3246120"/>
            <a:ext cx="1920240" cy="457200"/>
          </a:xfrm>
          <a:prstGeom prst="roundRect">
            <a:avLst>
              <a:gd name="adj" fmla="val 12000"/>
            </a:avLst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3264408"/>
            <a:ext cx="1737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照片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2880360" y="3246120"/>
            <a:ext cx="1920240" cy="457200"/>
          </a:xfrm>
          <a:prstGeom prst="roundRect">
            <a:avLst>
              <a:gd name="adj" fmla="val 12000"/>
            </a:avLst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971800" y="3264408"/>
            <a:ext cx="1737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 消费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120640" y="3246120"/>
            <a:ext cx="1920240" cy="457200"/>
          </a:xfrm>
          <a:prstGeom prst="roundRect">
            <a:avLst>
              <a:gd name="adj" fmla="val 12000"/>
            </a:avLst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212080" y="3264408"/>
            <a:ext cx="1737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🎬 视频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7360920" y="3246120"/>
            <a:ext cx="1920240" cy="457200"/>
          </a:xfrm>
          <a:prstGeom prst="roundRect">
            <a:avLst>
              <a:gd name="adj" fmla="val 12000"/>
            </a:avLst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452360" y="3264408"/>
            <a:ext cx="1737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 路线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9601200" y="3246120"/>
            <a:ext cx="1920240" cy="457200"/>
          </a:xfrm>
          <a:prstGeom prst="roundRect">
            <a:avLst>
              <a:gd name="adj" fmla="val 12000"/>
            </a:avLst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692640" y="3264408"/>
            <a:ext cx="1737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🎤 语音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080760" y="3840480"/>
            <a:ext cx="0" cy="320040"/>
          </a:xfrm>
          <a:prstGeom prst="line">
            <a:avLst/>
          </a:prstGeom>
          <a:noFill/>
          <a:ln w="25400">
            <a:solidFill>
              <a:srgbClr val="D4974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337560" y="4251960"/>
            <a:ext cx="5486400" cy="548640"/>
          </a:xfrm>
          <a:prstGeom prst="roundRect">
            <a:avLst>
              <a:gd name="adj" fmla="val 13333"/>
            </a:avLst>
          </a:prstGeom>
          <a:solidFill>
            <a:srgbClr val="D4974A"/>
          </a:solidFill>
          <a:ln w="12700">
            <a:solidFill>
              <a:srgbClr val="D4974A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337560" y="4270248"/>
            <a:ext cx="54864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一本共同成长的 Journey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640080" y="617220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EDE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每个人记录一点点，共同留下完整的旅程。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4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当旅行结束以后……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325880"/>
            <a:ext cx="5029200" cy="4023360"/>
          </a:xfrm>
          <a:prstGeom prst="roundRect">
            <a:avLst>
              <a:gd name="adj" fmla="val 2273"/>
            </a:avLst>
          </a:prstGeom>
          <a:solidFill>
            <a:srgbClr val="1C2128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50876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rgbClr val="6B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传统方式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214884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A09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3,000 张照片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274320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A09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一个相册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333756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i="1" dirty="0">
                <a:solidFill>
                  <a:srgbClr val="6B68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结束。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6492240" y="1325880"/>
            <a:ext cx="5029200" cy="4023360"/>
          </a:xfrm>
          <a:prstGeom prst="roundRect">
            <a:avLst>
              <a:gd name="adj" fmla="val 2273"/>
            </a:avLst>
          </a:prstGeom>
          <a:solidFill>
            <a:srgbClr val="1A1F1A"/>
          </a:solidFill>
          <a:ln w="19050">
            <a:solidFill>
              <a:srgbClr val="D497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0" y="15087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rgbClr val="D49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675120" y="214884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C8C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完整 Journey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675120" y="260604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C8C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每日故事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675120" y="306324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C8C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地图轨迹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675120" y="352044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C8C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消费总览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675120" y="397764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C8C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人物关系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675120" y="443484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C8C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精彩瞬间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675120" y="489204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49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未来可继续添加 ↗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617220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rgbClr val="A09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旅行结束了，记忆仍在继续成长。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80160" y="6858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spc="400" kern="0" dirty="0">
                <a:solidFill>
                  <a:srgbClr val="6B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我们相信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280160" y="1417320"/>
            <a:ext cx="9601200" cy="431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每一次出发，都值得被认真记录。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80160" y="1925320"/>
            <a:ext cx="9601200" cy="431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每一段经历，都值得慢慢沉淀。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280160" y="2433320"/>
            <a:ext cx="9601200" cy="431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每一次重逢，都值得再次回味。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280160" y="3068320"/>
            <a:ext cx="96012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6B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因为真正珍贵的，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280160" y="3525520"/>
            <a:ext cx="96012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6B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从来不是旅行本身。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280160" y="4109720"/>
            <a:ext cx="9601200" cy="482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D497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而是那些不断生长的记忆。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0881360" y="6263640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spc="400" kern="0" dirty="0">
                <a:solidFill>
                  <a:srgbClr val="D497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OTR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images.unsplash.com/photo-1464822759023-fed622ff2c3b?w=1920&amp;q=90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0" y="1920240"/>
            <a:ext cx="12161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spc="10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OTR</a:t>
            </a:r>
            <a:endParaRPr lang="en-US" sz="7200" dirty="0"/>
          </a:p>
        </p:txBody>
      </p:sp>
      <p:sp>
        <p:nvSpPr>
          <p:cNvPr id="5" name="Text 2"/>
          <p:cNvSpPr/>
          <p:nvPr/>
        </p:nvSpPr>
        <p:spPr>
          <a:xfrm>
            <a:off x="0" y="2971800"/>
            <a:ext cx="12161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E8B9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生长的记忆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6035040" y="3794760"/>
            <a:ext cx="91440" cy="91440"/>
          </a:xfrm>
          <a:prstGeom prst="ellipse">
            <a:avLst/>
          </a:prstGeom>
          <a:solidFill>
            <a:srgbClr val="D4974A"/>
          </a:solidFill>
          <a:ln w="12700">
            <a:solidFill>
              <a:srgbClr val="D4974A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0" y="4069080"/>
            <a:ext cx="12161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旅行会结束。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0" y="4544568"/>
            <a:ext cx="12161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B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记忆，会继续生长。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OTR — 生长的记忆</dc:title>
  <dc:subject>PptxGenJS Presentation</dc:subject>
  <dc:creator>PptxGenJS</dc:creator>
  <cp:lastModifiedBy>PptxGenJS</cp:lastModifiedBy>
  <cp:revision>1</cp:revision>
  <dcterms:created xsi:type="dcterms:W3CDTF">2026-06-26T10:44:21Z</dcterms:created>
  <dcterms:modified xsi:type="dcterms:W3CDTF">2026-06-26T10:44:21Z</dcterms:modified>
</cp:coreProperties>
</file>